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6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aude Opus 5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73152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955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5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aude Opus 5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73152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955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5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n far på 80 å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73152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955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far på 80 år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0</Paragraph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QI test</dc:title>
  <dc:subject>Fire lag prikker – to maskiner og en far på 80</dc:subject>
  <dc:creator/>
  <cp:lastModifiedBy/>
  <cp:revision>1</cp:revision>
  <dcterms:created xsi:type="dcterms:W3CDTF">2026-08-12T11:16:16Z</dcterms:created>
  <dcterms:modified xsi:type="dcterms:W3CDTF">2026-08-12T11:16:16Z</dcterms:modified>
</cp:coreProperties>
</file>