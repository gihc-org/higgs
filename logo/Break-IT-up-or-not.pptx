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iginal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3000" y="73152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955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Originalen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udt op i t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3000" y="73152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955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Brudt op i to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imi K3 – efter opdel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3000" y="73152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955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Kimi K3 – efter opdeling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laude Opus 5 – ét billede, én promp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3000" y="73152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955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5 – ét billede, én prompt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/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Break IT up, or not!</dc:title>
  <dc:subject>Samme tegning, to veje til et symmetrisk SVG</dc:subject>
  <dc:creator/>
  <cp:lastModifiedBy/>
  <cp:revision>1</cp:revision>
  <dcterms:created xsi:type="dcterms:W3CDTF">2026-08-12T11:16:16Z</dcterms:created>
  <dcterms:modified xsi:type="dcterms:W3CDTF">2026-08-12T11:16:16Z</dcterms:modified>
</cp:coreProperties>
</file>